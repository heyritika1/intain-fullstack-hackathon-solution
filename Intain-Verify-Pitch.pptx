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5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9978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kern="0" spc="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Data Verification Copilot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trust-me data to traceable truth.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49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 by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3749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Krits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Code(</a:t>
            </a: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Ritika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Bisht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URL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4251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https://intain-full-stack-hackathon-solutio-pi.vercel.app/login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URL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4754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https://github.com/HeyRitika1/Intain-FullStack-Hackathon-Solution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covers, in order.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asked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60020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statement, in one slide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842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98424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solution, in one slide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36829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6829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368296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that ships in the running app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752344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523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selling points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2752344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stands out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13639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3639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Documents in the repo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313639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written artefacts, in one grid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5204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3520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Setup, env, seed data, features, where to look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1600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architecture-note.pdf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35440" y="160020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technical architecture, 7 sections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19842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agentic-coding-log.pdf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198424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discipline + 6 caught-bad-AI cases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236829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236829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Feature Quality — deep dive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35440" y="2368296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AI panel is the differentiator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2752344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0" y="27523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Traceability &amp; Audit — deep dive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235440" y="2752344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chain, verify chain, tamper demo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09360" y="313639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0" y="313639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TL;DR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35440" y="313639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one-slide summary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asked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copilot that turns trust-me loan data into verifiable, auditable records.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pain we accepted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Servicer files arrive as CSVs from three sources — loan tape, servicer update, borrower list. They disagree.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Field-by-field validation is manual; exceptions pile up faster than a human can triage.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no proof to a downstream investor that a loan was actually reviewed and by whom.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is either a black box (dangerous) or absent (slow). Neither is acceptable.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55448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asks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 → validate → surface exceptions → let a reviewer resolve them.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 AI review assistant that suggests, never decides.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a tamper-evident audit trail an investor can verify.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real dev-log — including where the AI was caught being wrong.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MERN application — three portals, one config-driven engine, one hash-chained audit trail.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949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949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3-CSV upload, client sha256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3113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1401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1401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1401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Config-driven rules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0565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8853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853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8853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Suggests, never decides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8017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305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6305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 / edit / reject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5469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3757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3757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3757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record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72921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91209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1209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91209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 check + trust score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233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2336" y="2834640"/>
            <a:ext cx="3703320" cy="7315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8521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Three-CSV ingest with sha256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health dashboard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bar per source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4281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2816" y="2834640"/>
            <a:ext cx="3703320" cy="7315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7" name="Text 35"/>
          <p:cNvSpPr/>
          <p:nvPr/>
        </p:nvSpPr>
        <p:spPr>
          <a:xfrm>
            <a:off x="442569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442569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2569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Blocking-first exception queue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Review Assistant panel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Side-by-side reconciliation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8329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83296" y="2834640"/>
            <a:ext cx="3703320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2" name="Text 40"/>
          <p:cNvSpPr/>
          <p:nvPr/>
        </p:nvSpPr>
        <p:spPr>
          <a:xfrm>
            <a:off x="826617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826617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6617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records browse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portfolio gauge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Converse with data (NL query)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features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that ships in the running app today.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9326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5506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role-based portals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00253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Operator, Reviewer, Consumer — each with its own visual language and route tree.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00200"/>
            <a:ext cx="73152" cy="9326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65506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Config-driven validation engine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19088" y="200253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rules loaded from samples/validation_rules.json with a small expression grammar.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70048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70048"/>
            <a:ext cx="73152" cy="9326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2491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Review Assistant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30723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Visible reasoning chain, per-field accept/edit/reject, source hint, confidence bar.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670048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670048"/>
            <a:ext cx="73152" cy="9326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272491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 AI + deterministic fallback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19088" y="30723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/ Gemini / Azure — same wire format. Demoable with zero keys.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39896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739896"/>
            <a:ext cx="73152" cy="93268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audit trail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14223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a hash-linked event. verifyChain + live tamper script.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739896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3739896"/>
            <a:ext cx="73152" cy="93268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Side-by-side reconciliation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9088" y="414223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tape vs servicer update, one-click resolution per field.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809744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4809744"/>
            <a:ext cx="73152" cy="9326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4864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per loan + portfolio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52120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Completeness + consistency + freshness + review coverage.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4809744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809744"/>
            <a:ext cx="73152" cy="9326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6419088" y="4864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Converse with data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19088" y="52120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→ sanitised Mongo filter, verified-loans only.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5879592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5879592"/>
            <a:ext cx="73152" cy="932688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1" name="Text 39"/>
          <p:cNvSpPr/>
          <p:nvPr/>
        </p:nvSpPr>
        <p:spPr>
          <a:xfrm>
            <a:off x="658368" y="59344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development log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62819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entries at /dev-log with a dedicated caught-bad-AI surface.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5879592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5879592"/>
            <a:ext cx="73152" cy="932688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9344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 portable bundle export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19088" y="62819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+ JSON, JSON sealed with a hash the client can re-verify.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selling points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things that make this build stand out.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4592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508760" y="1627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cannot mark a loan Verified. Ever.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199339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by a hard-coded whitelist on both /api/loans/:id and /api/exceptions/:id/resolve. Documented, tested, cannot be bypassed by asking politely.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5176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508760" y="26334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hash-chained and re-verifiable by the client.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29992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exported JSON bundle carries a portable bundleHash. The Consumer portal recomputes it in-browser. Break one byte, get a red chip.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508760" y="36393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tamper demo baked into the build.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0050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demo:tamper flips a byte in a verified record. /consumer/audit surfaces the break in the chain immediately.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6634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508760" y="46451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 AI with a real deterministic fallback.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08760" y="501091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panel is fully demoable with AI_ENABLED=false. Nobody ever sees a broken feature because a key expired.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566928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150876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that combines four independent signals.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08760" y="601675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Completeness + consistency + freshness + review coverage. Per loan and portfolio — with a leaderboard of the lowest-trust records.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Documents in the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focused written artefacts. Nothing is only in the video — every claim in the deck has a document behind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13716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91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326880" y="170992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+ run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1031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boot the app on a fresh laptop in under 5 minutes: prerequisites, setup commands, a copy-paste .env template, seed-data instructions, top-features list, and a where-to-look URL table with 15 direct deep links into the running app.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54680"/>
            <a:ext cx="73152" cy="13716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246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architecture-note.pdf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0" y="32644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spec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6576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4–5 page PDF covering seven sections: executive summary, data model, API surface, validation engine, AI service, audit trail, and the trade-offs — with an ASCII component topology and an ER diagram.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709160"/>
            <a:ext cx="73152" cy="13716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800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agentic-coding-log.pdf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48188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discipline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2120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AI-authored vs human-authored split per module, plus six real caught-bad-AI cases with the before code, the human review note, and the shipped fix. Includes non-feature AI use across build, test, refactor, and debug.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 — Run it on a fresh laptop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zero-friction entry point. Six blocks, nothing extra.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Prerequisites — Node 18+, MongoDB, npm 9+.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command block — clone, copy env, npm run setup, npm run dev.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exact .env template with safe defaults, ready to fill.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three-provider AI table — OpenAI, Gemini, Azure — same OpenAI-compatible wire format.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Seed-data testing — npm run reset rebuilds 60 loans + 15 rules + 40 exceptions + 18 dev-log entries.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seeded logins with role labels for instant sign-in.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ten-item top-features list — the same features listed on slide 5.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where-to-look URL table with 15 direct deep links into the running app.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four-item troubleshooting block for the only failures a fresh laptop actually hits.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README.md in the repo root.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 the four-command setup block.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in with any seeded credential shown on the home page.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guesswork — every command is copy-paste.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 without a key thanks to the deterministic fallback.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seeded URL in the where-to-look table is clickable and lands on real data.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architecture-note.pdf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note — the technical spec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4–5 page PDF. Seven sections, no marketing.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Executive summary + ASCII component topology + stack rationale table.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Data model — 10 collections with an ER diagram and the synthetic-id convention.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API surface — access tiers (public / auth / role) and endpoint families in a two-column grid.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Validation engine — the 18-operator expression grammar and cross-source conflict handling.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AI service — 8-template table, provider adapter env vars, deterministic fallback, human-in-the-loop rules.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Audit trail — hash formula, per-loanId mutex, verifyChain, VerifiedLoanRecord recordHash, portable bundleHash.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Trade-offs — correctness over throughput, append-only VLR, hash chain (not blockchain), deliberate non-goals.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architecture-note.pdf in any PDF viewer.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Formatted for A4 — prints cleanly on 4 pages.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 lead architect would ask about, answered without needing the running app.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'what we would add next' box shows the roadmap without over-promising.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design decision is written next to its tradeoff — nothing is hand-waved.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agentic-coding-log.pdf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coding log — the dev discipline artefact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real moments where a human caught the AI being wrong before it shipped.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KPIs — 80% AI-authored, 20% human, 6 caught-bad-AI incidents.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Per-module AI-authored % bar chart — 14 modules, uneven and honest (20% for business logic, 85% for dashboards).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 — AI drafted an interest_rate &gt; 15 rule that would have failed 60% of real loans.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 — AI-generated Object.assign against untrusted output; replaced with a hard-coded whitelist.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 — canonicalStringify tripped on ObjectId; caught by the client re-verify step in the smoke test.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 — Express route ordering shadowed /chain-check; found during Consumer login.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5 — Number(null) === 0 broke the Converse pagination; fixed in 20 minutes.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6 — Auto-dismiss on AI-rule reject was skipped; caught by the two-step smoke.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Non-feature AI use grid — build, test, refactor, debug (all four covered).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— the six cases mapped to the module they were caught 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agentic-coding-log.pdf in any PDF viewer.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in-app equivalent at http://localhost:5173/dev-log/caught-bad-ai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case shows before code, human review note, and the shipped fix.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cases surface at /dev-log/caught-bad-ai — the log is real, not retrofitted.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20% human number is where it matters — validation, AI-resolve,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Feature Quality — deep dive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AI Review Assistant is the differentiator, not the risk.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suggests, human decides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03911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AI output lands in the Reviewer panel with per-field Accept / Edit / Reject controls.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0020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76656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Whitelist on every AI-adjacent 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0" y="203911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/api/loans/:id and /api/exceptions/:id/resolve both drop any key not in the whitelist.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78892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0584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Reasoning is visible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322783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Reasoning chain, source hint, and confidence bar — no black box, no unlabelled numbers.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278892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0" y="322783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OpenAI-compatible wire format; swap OpenAI, Gemini, or Azure with three env vars.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97764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0584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fallback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" y="441655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AI_ENABLED=false is fully demoable. Nobody ever sees a dead panel because a key expired.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397764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97764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76656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rules go through dry-run + approve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66560" y="441655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can ask AI to draft a rule; it hits dry-run before it can be activated.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516636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16636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005840" y="5257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cannot mark a loan Verified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05840" y="560527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boundary. Enforced in code by a whitelist on both write endpoints — see agentic-coding-log Case 2.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16636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17920" y="516636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4" name="Text 42"/>
          <p:cNvSpPr/>
          <p:nvPr/>
        </p:nvSpPr>
        <p:spPr>
          <a:xfrm>
            <a:off x="635508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cannot silently mutate a record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66560" y="560527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AI acceptance writes an AiRecommendation + a ReviewDecision — both are hash-chained.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Traceability &amp; Audit — deep dive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a hash-linked event. The chain re-verifies in-browser.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chain is built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recordHash = sha256(</a:t>
            </a: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canonicalStringify(payload)</a:t>
            </a:r>
            <a:r>
              <a:rPr lang="en-US" sz="13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prevHash 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JSON = keys sorted, ObjectIds coerced, dates ISO-8601.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prevHash chains every AuditEvent to the one before it.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Per-loanId mutex prevents interleaved writes from breaking the chain.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VerifiedLoanRecord.recordHash seals the snapshot at verify time.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bundleHash lets the Consumer re-verify a downloaded JSON in-browser.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verifyChain() re-walks the chain and reports the first bad link, if any.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tamper demo,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 in as consumer, open a verified loan.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Note the green chain-ok chip.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In a terminal, run npm run demo:tamper.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Refresh — the chip is now red.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/consumer/audit shows the exact block that broke.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npm run demo:untamper restores the chain.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461772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11A2E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4663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Bottom 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49834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running code, not marketing. Flip a byte in the database and the UI turns red in real time.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TL;DR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only remember one slide, this is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4297680"/>
          </a:xfrm>
          <a:prstGeom prst="roundRect">
            <a:avLst>
              <a:gd name="adj" fmla="val 170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1783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MERN copilot that turns three-source loan CSVs into hash-chained verified records.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500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235000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Suggests, never decides. Provider-agnostic. Deterministic fallback. Reasoning is visible.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91693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2916936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hash-linked. The consumer re-verifies exports in-browser.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48386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3483864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trust score combining completeness, consistency, freshness, and review coverage.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05079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0" y="40507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dev-log entries in-app. Six caught-bad-AI moments with before / note / fix.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Artefacts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46177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README, architecture note, agentic coding log — all three live in this repo.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51846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 time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0" y="518464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5 minutes on a fresh laptop. Zero keys required for a full demo.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5989320"/>
            <a:ext cx="576072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0" y="5989320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trust-me data to traceable truth.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2223</Words>
  <Application>Microsoft Office PowerPoint</Application>
  <PresentationFormat>Widescreen</PresentationFormat>
  <Paragraphs>287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Intain Verify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Intain Verify — Pitch Deck</dc:title>
  <dc:subject>PptxGenJS Presentation</dc:subject>
  <dc:creator>Ritika Bisht</dc:creator>
  <cp:lastModifiedBy>Ryzen</cp:lastModifiedBy>
  <cp:revision>2</cp:revision>
  <dcterms:created xsi:type="dcterms:W3CDTF">2026-08-30T12:03:53Z</dcterms:created>
  <dcterms:modified xsi:type="dcterms:W3CDTF">2026-08-30T13:13:19Z</dcterms:modified>
</cp:coreProperties>
</file>